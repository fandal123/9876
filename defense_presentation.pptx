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62C53"/>
                </a:solidFill>
                <a:latin typeface="Arial"/>
              </a:defRPr>
            </a:pPr>
            <a:r>
              <a:t>Прогноз задержки вылета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C6E"/>
                </a:solidFill>
                <a:latin typeface="Arial"/>
              </a:defRPr>
            </a:pPr>
            <a:r>
              <a:t>ML-проект для авиапредприятия с экономической оценкой эффекта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794760"/>
            <a:ext cx="23774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13632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5 200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рейсов после очистки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794760"/>
            <a:ext cx="23774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3913632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0.846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ROC-AUC лучшей модели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794760"/>
            <a:ext cx="292608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913632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$416 001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оценочный годовой эффект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3794760"/>
            <a:ext cx="23774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3913632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Delay 15+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цель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Бизнес-задача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Заранее выявлять рейсы с повышенным риском задержки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Задержки создают прямые расходы: наземное обслуживание, персонал, компенсации, цепные задержки.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Операционная служба не может одинаково глубоко проверять все рейсы.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Модель ранжирует рейсы по риску задержки 15+ минут.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Практическое применение: топ-20% риска передается диспетчеру для превентивной проверки.</a:t>
            </a:r>
          </a:p>
        </p:txBody>
      </p:sp>
      <p:pic>
        <p:nvPicPr>
          <p:cNvPr id="5" name="Picture 4" descr="01_dela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120640" cy="30121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Данные и признаки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Синтетический датасет с реалистичными операционными зависимостями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Временные признаки: месяц, день недели, час вылета, праздники, пиковые часы.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Операционные признаки: тип ВС, загрузка, пассажиры, буфер оборота, задержка предыдущего рейса.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Внешние признаки: погода, ветер, осадки, загруженность аэропорта.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Цель: delayed_15 = 1, если задержка вылета &gt;= 15 минут.</a:t>
            </a:r>
          </a:p>
        </p:txBody>
      </p:sp>
      <p:pic>
        <p:nvPicPr>
          <p:cNvPr id="5" name="Picture 4" descr="0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5303520" cy="40556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EDA: где растет риск задержки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Пиковые часы и плохая погода повышают вероятность задержки</a:t>
            </a:r>
          </a:p>
        </p:txBody>
      </p:sp>
      <p:pic>
        <p:nvPicPr>
          <p:cNvPr id="4" name="Picture 3" descr="02_delay_share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03520" cy="3119718"/>
          </a:xfrm>
          <a:prstGeom prst="rect">
            <a:avLst/>
          </a:prstGeom>
        </p:spPr>
      </p:pic>
      <p:pic>
        <p:nvPicPr>
          <p:cNvPr id="5" name="Picture 4" descr="03_delay_by_weather_quin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03520" cy="31197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5257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Вывод: модель должна учитывать не только расписание, но и текущую операционную ситуацию.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Каскадные задержки от предыдущего рейса - один из самых сильных факторов риска.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Методология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Сравнение baseline и ансамблевых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Разделение по времени: первые 80% наблюдений - обучение, последние 20% - тест.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Классификация: Logistic Regression, Decision Tree, Random Forest, Gradient Boosting.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Регрессия: Linear Regression, Decision Tree, Random Forest, Gradient Boosting.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Метрики: ROC-AUC, F1, precision/recall, MAE, RMSE, R².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Экономическая метрика: предотвращенные минуты задержки минус стоимость проверки рейсов.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Сравнение моделей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Лучшая модель выбирается по ROC-AUC на отложенном периоде</a:t>
            </a:r>
          </a:p>
        </p:txBody>
      </p:sp>
      <p:pic>
        <p:nvPicPr>
          <p:cNvPr id="4" name="Picture 3" descr="05_classification_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669280" cy="33348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20840" y="1143000"/>
            <a:ext cx="438912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261872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Logistic Regression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лучшая модель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2377440"/>
            <a:ext cx="201168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496312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0.846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2377440"/>
            <a:ext cx="201168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2496312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0.629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749039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Для бизнеса важна не только точность, но и способность правильно ранжировать рейсы по риску.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Логистическая регрессия удобна для объяснения факторов риска финансовому директору и операционному директору.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Интерпретация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Какие факторы сильнее всего влияют на риск задержки</a:t>
            </a:r>
          </a:p>
        </p:txBody>
      </p:sp>
      <p:pic>
        <p:nvPicPr>
          <p:cNvPr id="4" name="Picture 3" descr="07_feature_importance_to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486400" cy="3550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1430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Топ факторов: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1. previous_arrival_delay_min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2. weather_score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3. is_peak_hour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4. turnaround_buffer_min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5. load_factor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Бизнес-вывод: управлять нужно не средней задержкой, а конкретными рейсами с сочетанием неблагоприятных факторов.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Partial 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Направление влияния ключевых признаков</a:t>
            </a:r>
          </a:p>
        </p:txBody>
      </p:sp>
      <p:pic>
        <p:nvPicPr>
          <p:cNvPr id="4" name="Picture 3" descr="08_partial_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789920" cy="78273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Экономический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Топ-20% рейсов по риску для превентивной проверки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74320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208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рейсов в топ-20% риска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1234440"/>
            <a:ext cx="274320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353312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154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реальных задержек среди них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234440"/>
            <a:ext cx="274320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353312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54.2%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доля пойманных задержек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320040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5BA0"/>
                </a:solidFill>
                <a:latin typeface="Arial"/>
              </a:defRPr>
            </a:pPr>
            <a:r>
              <a:t>$416 001</a:t>
            </a:r>
          </a:p>
          <a:p>
            <a:pPr>
              <a:defRPr sz="900">
                <a:solidFill>
                  <a:srgbClr val="5F697A"/>
                </a:solidFill>
                <a:latin typeface="Arial"/>
              </a:defRPr>
            </a:pPr>
            <a:r>
              <a:t>годовой net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Стоимость 1 часа задержки принята как $7 500.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Для реального задержанного рейса предполагается сокращение задержки на 10 минут.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Стоимость превентивной проверки одного рейса: $120.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Даже при осторожных допущениях расчетный эффект остается положительным.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62C53"/>
                </a:solidFill>
                <a:latin typeface="Arial"/>
              </a:defRPr>
            </a:pPr>
            <a:r>
              <a:t>Вывод и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A"/>
                </a:solidFill>
                <a:latin typeface="Arial"/>
              </a:defRPr>
            </a:pPr>
            <a:r>
              <a:t>Модель помогает снизить риски, но требует проверки на реальных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Вывод: ML-модель дает операционный список рейсов повышенного риска и переводит прогноз в деньги.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Ограничение: данные синтетические; для внедрения нужно переобучение на реальной истории рейсов.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Не учитываются форс-мажоры: закрытие аэропортов, внезапные технические неисправности, массовые сбои.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Следующий шаг: подключить реальные источники, собирать обратную связь и ежемесячно переобучать модель.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DAE2EE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